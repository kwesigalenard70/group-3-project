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100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B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291840" cy="3291840"/>
          </a:xfrm>
          <a:prstGeom prst="ellipse">
            <a:avLst/>
          </a:prstGeom>
          <a:solidFill>
            <a:srgbClr val="6FC29A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937760"/>
            <a:ext cx="2377440" cy="2377440"/>
          </a:xfrm>
          <a:prstGeom prst="ellipse">
            <a:avLst/>
          </a:prstGeom>
          <a:solidFill>
            <a:srgbClr val="AACC9C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640080" y="4754880"/>
            <a:ext cx="2560320" cy="2560320"/>
          </a:xfrm>
          <a:prstGeom prst="ellipse">
            <a:avLst/>
          </a:prstGeom>
          <a:solidFill>
            <a:srgbClr val="6FC29A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AAC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THREE  ·  WEB DEVELOPMENT PROJECT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Spring Hospital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D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multi-page hospital website, benchmarked on Johns Hopkins Medicine and reimagined with our own identity.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FC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collaboratively on GitHub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F6B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Brief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554480"/>
            <a:ext cx="566928" cy="566928"/>
          </a:xfrm>
          <a:prstGeom prst="ellipse">
            <a:avLst/>
          </a:prstGeom>
          <a:solidFill>
            <a:srgbClr val="3F907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554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1508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6B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938528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5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 world-class hospital website — Johns Hopkins Medicine — to learn how a professional health site is structured.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971800"/>
            <a:ext cx="566928" cy="566928"/>
          </a:xfrm>
          <a:prstGeom prst="ellipse">
            <a:avLst/>
          </a:prstGeom>
          <a:solidFill>
            <a:srgbClr val="3F907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971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29260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6B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Reimagine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3355848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5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 that structure, then give it our own brand, colours and identity as Life Spring Hospital.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4389120"/>
            <a:ext cx="566928" cy="566928"/>
          </a:xfrm>
          <a:prstGeom prst="ellipse">
            <a:avLst/>
          </a:prstGeom>
          <a:solidFill>
            <a:srgbClr val="3F907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389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4343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6B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4773168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5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complete, multi-page site as a team, using GitHub branches so everyone contributes.</a:t>
            </a:r>
            <a:endParaRPr lang="en-US" sz="1500" dirty="0"/>
          </a:p>
        </p:txBody>
      </p:sp>
      <p:pic>
        <p:nvPicPr>
          <p:cNvPr id="15" name="Image 0" descr="/mnt/user-data/outputs/life-spring/images/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737360"/>
            <a:ext cx="3840480" cy="166420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772400" y="3429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Life Spring home-page hero</a:t>
            </a:r>
            <a:endParaRPr lang="en-US" sz="1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610DDCB-3C04-4C60-93C5-C2C81920C7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512" y="1554480"/>
            <a:ext cx="4355130" cy="19081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F6B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Benchmark to Our Build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6F9F3"/>
          </a:solidFill>
          <a:ln/>
          <a:effectLst>
            <a:outerShdw blurRad="101600" dist="38100" dir="5400000" algn="bl" rotWithShape="0">
              <a:srgbClr val="1B2B22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studied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60120" y="21945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6B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Johns Hopkins Medicine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283464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5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with logo, menu and search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5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hero feature area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5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Quick-action tiles and content cards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5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multi-column footer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5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layout that adapts to any screen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2F6B59"/>
          </a:solidFill>
          <a:ln/>
          <a:effectLst>
            <a:outerShdw blurRad="101600" dist="38100" dir="5400000" algn="bl" rotWithShape="0">
              <a:srgbClr val="1B2B22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AC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created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1945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Spring Hospital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92240" y="283464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professional structure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sage &amp; eucalyptus identity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name, mission and vision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pages instead of one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stylesheet for consistency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F6B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Identity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 </a:t>
            </a:r>
            <a:r>
              <a:rPr lang="en-US" sz="1600" dirty="0">
                <a:solidFill>
                  <a:srgbClr val="25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Spring Hospital — a name that speaks of renewal, growth and vitality.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" y="246888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theme  </a:t>
            </a:r>
            <a:r>
              <a:rPr lang="en-US" sz="1600" dirty="0">
                <a:solidFill>
                  <a:srgbClr val="25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&amp; eucalyptus — calm, natural greens that feel healthy and welcoming.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338328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 </a:t>
            </a:r>
            <a:r>
              <a:rPr lang="en-US" sz="1600" dirty="0">
                <a:solidFill>
                  <a:srgbClr val="25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inspire and enable lifelong health through proactive, patient-centred care.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29768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 </a:t>
            </a:r>
            <a:r>
              <a:rPr lang="en-US" sz="1600" dirty="0">
                <a:solidFill>
                  <a:srgbClr val="25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a beacon of vitality, empowering communities to live their healthiest lives.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223760" y="4206240"/>
            <a:ext cx="502920" cy="502920"/>
          </a:xfrm>
          <a:prstGeom prst="ellipse">
            <a:avLst/>
          </a:prstGeom>
          <a:solidFill>
            <a:srgbClr val="2F6B59"/>
          </a:solidFill>
          <a:ln/>
        </p:spPr>
      </p:sp>
      <p:sp>
        <p:nvSpPr>
          <p:cNvPr id="9" name="Shape 6"/>
          <p:cNvSpPr/>
          <p:nvPr/>
        </p:nvSpPr>
        <p:spPr>
          <a:xfrm>
            <a:off x="7863840" y="4206240"/>
            <a:ext cx="502920" cy="502920"/>
          </a:xfrm>
          <a:prstGeom prst="ellipse">
            <a:avLst/>
          </a:prstGeom>
          <a:solidFill>
            <a:srgbClr val="3F9070"/>
          </a:solidFill>
          <a:ln/>
        </p:spPr>
      </p:sp>
      <p:sp>
        <p:nvSpPr>
          <p:cNvPr id="10" name="Shape 7"/>
          <p:cNvSpPr/>
          <p:nvPr/>
        </p:nvSpPr>
        <p:spPr>
          <a:xfrm>
            <a:off x="8503920" y="4206240"/>
            <a:ext cx="502920" cy="502920"/>
          </a:xfrm>
          <a:prstGeom prst="ellipse">
            <a:avLst/>
          </a:prstGeom>
          <a:solidFill>
            <a:srgbClr val="6FC29A"/>
          </a:solidFill>
          <a:ln/>
        </p:spPr>
      </p:sp>
      <p:sp>
        <p:nvSpPr>
          <p:cNvPr id="11" name="Text 8"/>
          <p:cNvSpPr/>
          <p:nvPr/>
        </p:nvSpPr>
        <p:spPr>
          <a:xfrm>
            <a:off x="8869680" y="42793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&amp; eucalyptus palette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476BC8-44D5-46F6-91BC-7C0B142A7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485142"/>
            <a:ext cx="3989673" cy="21869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F6B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 &amp; Page Ownership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72800" cy="4535424"/>
        </p:xfrm>
        <a:graphic>
          <a:graphicData uri="http://schemas.openxmlformats.org/drawingml/2006/table">
            <a:tbl>
              <a:tblPr/>
              <a:tblGrid>
                <a:gridCol w="42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B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 No.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B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Built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5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Ibrahim Ssengendo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3F9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M26B38/001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5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Page (Landing)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5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Naava Elizabeth Kirabo (Liz)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3F9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M26B38/035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5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5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Ndaula Shadrach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3F9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M26B23/024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5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School of Medicine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5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Kwesiga Lenard Kwikiriza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3F9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M26B23/017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5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5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Kakande James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3F9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M26B38/015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5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Care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5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 Mulinde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3F9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M26B23/019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5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5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Kusiima Martha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3F9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M26B38/027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533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a Doctor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members · seven pages · one uniform website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6B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Worked Together on GitHub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5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 participated on GitHub — each on their own branch, all committing their own work.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15184" cy="2651760"/>
          </a:xfrm>
          <a:prstGeom prst="roundRect">
            <a:avLst>
              <a:gd name="adj" fmla="val 3497"/>
            </a:avLst>
          </a:prstGeom>
          <a:solidFill>
            <a:srgbClr val="F6F9F3"/>
          </a:solidFill>
          <a:ln/>
          <a:effectLst>
            <a:outerShdw blurRad="101600" dist="38100" dir="5400000" algn="bl" rotWithShape="0">
              <a:srgbClr val="1B2B2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286000"/>
            <a:ext cx="685800" cy="685800"/>
          </a:xfrm>
          <a:prstGeom prst="ellipse">
            <a:avLst/>
          </a:prstGeom>
          <a:solidFill>
            <a:srgbClr val="3F9070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2860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6B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each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5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teammate was assigned their own Git branch for their page.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429000" y="1965960"/>
            <a:ext cx="2615184" cy="2651760"/>
          </a:xfrm>
          <a:prstGeom prst="roundRect">
            <a:avLst>
              <a:gd name="adj" fmla="val 3497"/>
            </a:avLst>
          </a:prstGeom>
          <a:solidFill>
            <a:srgbClr val="F6F9F3"/>
          </a:solidFill>
          <a:ln/>
          <a:effectLst>
            <a:outerShdw blurRad="101600" dist="38100" dir="5400000" algn="bl" rotWithShape="0">
              <a:srgbClr val="1B2B22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21608" y="2286000"/>
            <a:ext cx="685800" cy="685800"/>
          </a:xfrm>
          <a:prstGeom prst="ellipse">
            <a:avLst/>
          </a:prstGeom>
          <a:solidFill>
            <a:srgbClr val="3F9070"/>
          </a:solidFill>
          <a:ln/>
        </p:spPr>
      </p:sp>
      <p:sp>
        <p:nvSpPr>
          <p:cNvPr id="11" name="Text 9"/>
          <p:cNvSpPr/>
          <p:nvPr/>
        </p:nvSpPr>
        <p:spPr>
          <a:xfrm>
            <a:off x="3721608" y="22860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703320" y="3154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6B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work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03320" y="36118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5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committed their page changes on their own branch.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7920" y="1965960"/>
            <a:ext cx="2615184" cy="2651760"/>
          </a:xfrm>
          <a:prstGeom prst="roundRect">
            <a:avLst>
              <a:gd name="adj" fmla="val 3497"/>
            </a:avLst>
          </a:prstGeom>
          <a:solidFill>
            <a:srgbClr val="F6F9F3"/>
          </a:solidFill>
          <a:ln/>
          <a:effectLst>
            <a:outerShdw blurRad="101600" dist="38100" dir="5400000" algn="bl" rotWithShape="0">
              <a:srgbClr val="1B2B22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10528" y="2286000"/>
            <a:ext cx="685800" cy="685800"/>
          </a:xfrm>
          <a:prstGeom prst="ellipse">
            <a:avLst/>
          </a:prstGeom>
          <a:solidFill>
            <a:srgbClr val="3F9070"/>
          </a:solidFill>
          <a:ln/>
        </p:spPr>
      </p:sp>
      <p:sp>
        <p:nvSpPr>
          <p:cNvPr id="16" name="Text 14"/>
          <p:cNvSpPr/>
          <p:nvPr/>
        </p:nvSpPr>
        <p:spPr>
          <a:xfrm>
            <a:off x="6510528" y="22860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92240" y="3154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6B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to main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36118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5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were reviewed and merged together into the main branch.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006840" y="1965960"/>
            <a:ext cx="2615184" cy="2651760"/>
          </a:xfrm>
          <a:prstGeom prst="roundRect">
            <a:avLst>
              <a:gd name="adj" fmla="val 3497"/>
            </a:avLst>
          </a:prstGeom>
          <a:solidFill>
            <a:srgbClr val="F6F9F3"/>
          </a:solidFill>
          <a:ln/>
          <a:effectLst>
            <a:outerShdw blurRad="101600" dist="38100" dir="5400000" algn="bl" rotWithShape="0">
              <a:srgbClr val="1B2B22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99448" y="2286000"/>
            <a:ext cx="685800" cy="685800"/>
          </a:xfrm>
          <a:prstGeom prst="ellipse">
            <a:avLst/>
          </a:prstGeom>
          <a:solidFill>
            <a:srgbClr val="3F9070"/>
          </a:solidFill>
          <a:ln/>
        </p:spPr>
      </p:sp>
      <p:sp>
        <p:nvSpPr>
          <p:cNvPr id="21" name="Text 19"/>
          <p:cNvSpPr/>
          <p:nvPr/>
        </p:nvSpPr>
        <p:spPr>
          <a:xfrm>
            <a:off x="9299448" y="22860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281160" y="3154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6B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uniform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81160" y="361188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5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stylesheet kept every page consistent after merging.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6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Branches:  </a:t>
            </a:r>
            <a:r>
              <a:rPr lang="en-US" sz="135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 ·  homepage  ·  health  ·  school-of-medicine  ·  about  ·  patient-care  ·  research  ·  find-a-doctor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6B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Website, Seven Uniform Pages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615184" cy="960120"/>
          </a:xfrm>
          <a:prstGeom prst="roundRect">
            <a:avLst>
              <a:gd name="adj" fmla="val 9524"/>
            </a:avLst>
          </a:prstGeom>
          <a:solidFill>
            <a:srgbClr val="2F6B59"/>
          </a:solidFill>
          <a:ln/>
          <a:effectLst>
            <a:outerShdw blurRad="101600" dist="38100" dir="5400000" algn="bl" rotWithShape="0">
              <a:srgbClr val="1B2B22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554480"/>
            <a:ext cx="26151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429000" y="1554480"/>
            <a:ext cx="2615184" cy="960120"/>
          </a:xfrm>
          <a:prstGeom prst="roundRect">
            <a:avLst>
              <a:gd name="adj" fmla="val 9524"/>
            </a:avLst>
          </a:prstGeom>
          <a:solidFill>
            <a:srgbClr val="2F6B59"/>
          </a:solidFill>
          <a:ln/>
          <a:effectLst>
            <a:outerShdw blurRad="101600" dist="38100" dir="5400000" algn="bl" rotWithShape="0">
              <a:srgbClr val="1B2B22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29000" y="1554480"/>
            <a:ext cx="26151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Care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2615184" cy="960120"/>
          </a:xfrm>
          <a:prstGeom prst="roundRect">
            <a:avLst>
              <a:gd name="adj" fmla="val 9524"/>
            </a:avLst>
          </a:prstGeom>
          <a:solidFill>
            <a:srgbClr val="2F6B59"/>
          </a:solidFill>
          <a:ln/>
          <a:effectLst>
            <a:outerShdw blurRad="101600" dist="38100" dir="5400000" algn="bl" rotWithShape="0">
              <a:srgbClr val="1B2B22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0" y="1554480"/>
            <a:ext cx="26151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006840" y="1554480"/>
            <a:ext cx="2615184" cy="960120"/>
          </a:xfrm>
          <a:prstGeom prst="roundRect">
            <a:avLst>
              <a:gd name="adj" fmla="val 9524"/>
            </a:avLst>
          </a:prstGeom>
          <a:solidFill>
            <a:srgbClr val="2F6B59"/>
          </a:solidFill>
          <a:ln/>
          <a:effectLst>
            <a:outerShdw blurRad="101600" dist="38100" dir="5400000" algn="bl" rotWithShape="0">
              <a:srgbClr val="1B2B22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006840" y="1554480"/>
            <a:ext cx="26151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039112" y="2697480"/>
            <a:ext cx="2615184" cy="960120"/>
          </a:xfrm>
          <a:prstGeom prst="roundRect">
            <a:avLst>
              <a:gd name="adj" fmla="val 9524"/>
            </a:avLst>
          </a:prstGeom>
          <a:solidFill>
            <a:srgbClr val="2F6B59"/>
          </a:solidFill>
          <a:ln/>
          <a:effectLst>
            <a:outerShdw blurRad="101600" dist="38100" dir="5400000" algn="bl" rotWithShape="0">
              <a:srgbClr val="1B2B22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39112" y="2697480"/>
            <a:ext cx="26151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 of Medicine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828032" y="2697480"/>
            <a:ext cx="2615184" cy="960120"/>
          </a:xfrm>
          <a:prstGeom prst="roundRect">
            <a:avLst>
              <a:gd name="adj" fmla="val 9524"/>
            </a:avLst>
          </a:prstGeom>
          <a:solidFill>
            <a:srgbClr val="2F6B59"/>
          </a:solidFill>
          <a:ln/>
          <a:effectLst>
            <a:outerShdw blurRad="101600" dist="38100" dir="5400000" algn="bl" rotWithShape="0">
              <a:srgbClr val="1B2B22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2697480"/>
            <a:ext cx="26151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616952" y="2697480"/>
            <a:ext cx="2615184" cy="960120"/>
          </a:xfrm>
          <a:prstGeom prst="roundRect">
            <a:avLst>
              <a:gd name="adj" fmla="val 9524"/>
            </a:avLst>
          </a:prstGeom>
          <a:solidFill>
            <a:srgbClr val="2F6B59"/>
          </a:solidFill>
          <a:ln/>
          <a:effectLst>
            <a:outerShdw blurRad="101600" dist="38100" dir="5400000" algn="bl" rotWithShape="0">
              <a:srgbClr val="1B2B22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616952" y="2697480"/>
            <a:ext cx="26151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a Doctor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F6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keeps them uniform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38912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5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stylesheet styles every page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5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header, navigation menu and footer everywhere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5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top navigation that stays visible while scrolling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5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 — adapts to phones and tablets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6B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-914400"/>
            <a:ext cx="3108960" cy="3108960"/>
          </a:xfrm>
          <a:prstGeom prst="ellipse">
            <a:avLst/>
          </a:prstGeom>
          <a:solidFill>
            <a:srgbClr val="6FC29A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572000"/>
            <a:ext cx="2743200" cy="2743200"/>
          </a:xfrm>
          <a:prstGeom prst="ellipse">
            <a:avLst/>
          </a:prstGeom>
          <a:solidFill>
            <a:srgbClr val="AACC9C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FC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Three  ·  Life Spring Hospital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DE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Ibrahim  ·  Liz  ·  Shadrach  ·  Lenard  ·  Kakande  ·  David  ·  Martha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480</Words>
  <Application>Microsoft Office PowerPoint</Application>
  <PresentationFormat>Widescreen</PresentationFormat>
  <Paragraphs>101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 Spring Hospital — Group Project</dc:title>
  <dc:subject>PptxGenJS Presentation</dc:subject>
  <dc:creator>Group Three</dc:creator>
  <cp:lastModifiedBy>Ibrahim</cp:lastModifiedBy>
  <cp:revision>2</cp:revision>
  <dcterms:created xsi:type="dcterms:W3CDTF">2026-07-01T11:19:44Z</dcterms:created>
  <dcterms:modified xsi:type="dcterms:W3CDTF">2026-07-01T11:25:54Z</dcterms:modified>
</cp:coreProperties>
</file>